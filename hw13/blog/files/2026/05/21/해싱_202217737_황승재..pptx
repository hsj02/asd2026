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24384000" cy="13716000"/>
  <p:notesSz cx="6858000" cy="9144000"/>
  <p:embeddedFontLst>
    <p:embeddedFont>
      <p:font typeface="Pretendard SemiBold"/>
      <p:bold r:id="rId18"/>
    </p:embeddedFont>
    <p:embeddedFont>
      <p:font typeface="Pretendard Light"/>
      <p:regular r:id="rId19"/>
    </p:embeddedFont>
    <p:embeddedFont>
      <p:font typeface="Pretendard Bold"/>
      <p:bold r:id="rId20"/>
    </p:embeddedFont>
    <p:embeddedFont>
      <p:font typeface="Pretendard Medium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.fntdata" Type="http://schemas.openxmlformats.org/officeDocument/2006/relationships/font"/><Relationship Id="rId19" Target="fonts/font2.fntdata" Type="http://schemas.openxmlformats.org/officeDocument/2006/relationships/font"/><Relationship Id="rId2" Target="presProps.xml" Type="http://schemas.openxmlformats.org/officeDocument/2006/relationships/presProps"/><Relationship Id="rId20" Target="fonts/font3.fntdata" Type="http://schemas.openxmlformats.org/officeDocument/2006/relationships/font"/><Relationship Id="rId21" Target="fonts/font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1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1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1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1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1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1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1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1.pn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700" y="9575800"/>
            <a:ext cx="24422100" cy="11531600"/>
          </a:xfrm>
          <a:prstGeom prst="rect">
            <a:avLst/>
          </a:prstGeom>
          <a:effectLst>
            <a:outerShdw dir="16200000" dist="88701" blurRad="0">
              <a:srgbClr val="595959">
                <a:alpha val="10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9499600"/>
            <a:ext cx="24422100" cy="11531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0" y="9626600"/>
            <a:ext cx="24422100" cy="11531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112500" y="12090400"/>
            <a:ext cx="2171700" cy="520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004300" y="11569700"/>
            <a:ext cx="6375400" cy="520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823200" y="4025900"/>
            <a:ext cx="8724900" cy="3302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102600" y="3429000"/>
            <a:ext cx="8166100" cy="609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128000" y="7226300"/>
            <a:ext cx="81153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382000" y="3505200"/>
            <a:ext cx="76073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01800" y="5715000"/>
            <a:ext cx="20993100" cy="2298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955000" y="12979400"/>
            <a:ext cx="29845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9200" y="889000"/>
            <a:ext cx="6604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71500" y="495300"/>
            <a:ext cx="8001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03400" y="673100"/>
            <a:ext cx="42164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955000" y="12979400"/>
            <a:ext cx="2984500" cy="292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71500" y="4660900"/>
            <a:ext cx="12230100" cy="6426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153900" y="1854200"/>
            <a:ext cx="11645900" cy="1036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9200" y="889000"/>
            <a:ext cx="6604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71500" y="495300"/>
            <a:ext cx="8001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03400" y="673100"/>
            <a:ext cx="42164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955000" y="12979400"/>
            <a:ext cx="2984500" cy="292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71600" y="3987800"/>
            <a:ext cx="9296400" cy="4711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569700" y="1905000"/>
            <a:ext cx="11480800" cy="1107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9200" y="889000"/>
            <a:ext cx="6604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71500" y="495300"/>
            <a:ext cx="8001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03400" y="673100"/>
            <a:ext cx="42164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955000" y="12979400"/>
            <a:ext cx="2984500" cy="292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087100" y="1587500"/>
            <a:ext cx="10312400" cy="11252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71600" y="1841500"/>
            <a:ext cx="9169400" cy="10858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9200" y="889000"/>
            <a:ext cx="6604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71500" y="495300"/>
            <a:ext cx="8001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03400" y="673100"/>
            <a:ext cx="42164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955000" y="12979400"/>
            <a:ext cx="2984500" cy="292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60400" y="1701800"/>
            <a:ext cx="21793200" cy="1127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9200" y="889000"/>
            <a:ext cx="6604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71500" y="495300"/>
            <a:ext cx="8001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03400" y="673100"/>
            <a:ext cx="42164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955000" y="12979400"/>
            <a:ext cx="2984500" cy="292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099800" y="2870200"/>
            <a:ext cx="11074400" cy="836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50900" y="3492500"/>
            <a:ext cx="8153400" cy="3759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763000" y="4000500"/>
            <a:ext cx="28575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9200" y="889000"/>
            <a:ext cx="6604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71500" y="495300"/>
            <a:ext cx="8001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03400" y="673100"/>
            <a:ext cx="42164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955000" y="12979400"/>
            <a:ext cx="2984500" cy="292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19200" y="1905000"/>
            <a:ext cx="10972800" cy="10807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979400" y="1905000"/>
            <a:ext cx="10312400" cy="10807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9200" y="889000"/>
            <a:ext cx="6604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71500" y="495300"/>
            <a:ext cx="8001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03400" y="673100"/>
            <a:ext cx="42164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955000" y="12979400"/>
            <a:ext cx="2984500" cy="292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17600" y="4152900"/>
            <a:ext cx="10020300" cy="584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192000" y="1841500"/>
            <a:ext cx="10642600" cy="10477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9200" y="889000"/>
            <a:ext cx="6604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71500" y="495300"/>
            <a:ext cx="8001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03400" y="673100"/>
            <a:ext cx="42164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955000" y="12979400"/>
            <a:ext cx="2984500" cy="292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27100" y="1930400"/>
            <a:ext cx="11582400" cy="10871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96800" y="1930400"/>
            <a:ext cx="10807700" cy="10782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9200" y="889000"/>
            <a:ext cx="6604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71500" y="495300"/>
            <a:ext cx="8001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03400" y="673100"/>
            <a:ext cx="42164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955000" y="12979400"/>
            <a:ext cx="2984500" cy="292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934200" y="2667000"/>
            <a:ext cx="10160000" cy="929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700" y="9575800"/>
            <a:ext cx="24422100" cy="11531600"/>
          </a:xfrm>
          <a:prstGeom prst="rect">
            <a:avLst/>
          </a:prstGeom>
          <a:effectLst>
            <a:outerShdw dir="16200000" dist="88701" blurRad="0">
              <a:srgbClr val="595959">
                <a:alpha val="10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9499600"/>
            <a:ext cx="24422100" cy="11531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153400" y="5283200"/>
            <a:ext cx="8077200" cy="952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102600" y="10452100"/>
            <a:ext cx="8191500" cy="2171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